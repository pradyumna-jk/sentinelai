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Safety Intelligence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CCTV, gas sensors, permits, maintenance, and shift data into one compound risk engine — with a grounded compliance copilot and automated emergency response.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2A36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Industrial Safety Intelligence Platform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incidents rarely come from a single missed signal — they come from signals that existed separately, in separate systems, and were never connected.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688336"/>
            <a:ext cx="438912" cy="438912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5968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hot-work permit is approved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89864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Permit-to-Work system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602736"/>
            <a:ext cx="438912" cy="438912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02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5112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 sensor drifts toward baseline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81304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separate SCADA feed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517136"/>
            <a:ext cx="438912" cy="438912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517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4256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changeover reduces oversight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72744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workforce schedule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22304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5431536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431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3400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fuses these three facts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564184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incident already happened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fuses every signal, explains risk against real regulations, and automatically responds when it matters.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77440"/>
            <a:ext cx="457200" cy="457200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Risk Intelligence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signal fusion across vision, gas sensors, permits, maintenance, and shift data — rule-based correlation, fully explainable.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Permit Intelligence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permit is checked in real time against current zone conditions at the moment it's issued, not after the fact.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A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343400"/>
            <a:ext cx="457200" cy="457200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Copilot (RAG)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your own ingested regulations and SOPs via Gemini + ChromaDB — refuses to answer rather than fabricate.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A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343400"/>
            <a:ext cx="457200" cy="457200"/>
          </a:xfrm>
          <a:prstGeom prst="ellipse">
            <a:avLst/>
          </a:prstGeom>
          <a:solidFill>
            <a:srgbClr val="2A3655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Orchestrator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892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Critical finding: matches a site protocol, auto-drafts an incident report, and raises a multi-channel alert.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78992" y="13716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Vision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118104" y="13716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18104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57216" y="13716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57216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96328" y="13716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6328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35440" y="137160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4476" y="1965960"/>
            <a:ext cx="0" cy="41148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4231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0F1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Risk Intelligence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fusion  ·  rule-based correlation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4476" y="3200400"/>
            <a:ext cx="0" cy="41148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7033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1E7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3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Orchestrator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4096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3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match → incident draft → alert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37033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E9F9EF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Copilot (RAG)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5120" y="4096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ChromaDB, grounded answers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200400"/>
            <a:ext cx="0" cy="50292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703320"/>
            <a:ext cx="5394960" cy="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3200400"/>
            <a:ext cx="0" cy="50292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4572000"/>
            <a:ext cx="0" cy="36576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4572000"/>
            <a:ext cx="0" cy="365760"/>
          </a:xfrm>
          <a:prstGeom prst="line">
            <a:avLst/>
          </a:prstGeom>
          <a:noFill/>
          <a:ln w="19050">
            <a:solidFill>
              <a:srgbClr val="9AA7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49377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1A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06640" y="49377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1A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580644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Postgres with Row-Level Security  ·  FastAPI  ·  React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Risk Intelligence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signal agents feed one correlation agent — deterministic, explainable, no black-box scoring.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29284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5" name="Text 3"/>
          <p:cNvSpPr/>
          <p:nvPr/>
        </p:nvSpPr>
        <p:spPr>
          <a:xfrm>
            <a:off x="1129284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 Agent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95144" y="2743200"/>
            <a:ext cx="0" cy="320040"/>
          </a:xfrm>
          <a:prstGeom prst="line">
            <a:avLst/>
          </a:prstGeom>
          <a:noFill/>
          <a:ln w="19050">
            <a:solidFill>
              <a:srgbClr val="4450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62172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62172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Agent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28032" y="2743200"/>
            <a:ext cx="0" cy="320040"/>
          </a:xfrm>
          <a:prstGeom prst="line">
            <a:avLst/>
          </a:prstGeom>
          <a:noFill/>
          <a:ln w="19050">
            <a:solidFill>
              <a:srgbClr val="4450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506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1950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Agent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60920" y="2743200"/>
            <a:ext cx="0" cy="320040"/>
          </a:xfrm>
          <a:prstGeom prst="line">
            <a:avLst/>
          </a:prstGeom>
          <a:noFill/>
          <a:ln w="19050">
            <a:solidFill>
              <a:srgbClr val="4450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7948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8727948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Agent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93808" y="2743200"/>
            <a:ext cx="0" cy="320040"/>
          </a:xfrm>
          <a:prstGeom prst="line">
            <a:avLst/>
          </a:prstGeom>
          <a:noFill/>
          <a:ln w="19050">
            <a:solidFill>
              <a:srgbClr val="4450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2461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291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6393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combination matrix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443484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22304F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4434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Confined-space permit + gas anomaly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94560" y="5056632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22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50566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Hot-work permit + gas anomaly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5056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194560" y="5678424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22304F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56784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+ shift changeover + active permit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5678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Elevated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feeds the existing Risk Engine's time-decay + compound-aggregation pipeline as new hazard classes — not a parallel scoring system.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Copilot — Grounded, Not Fabricated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LangGraph classifies intent and retrieves from ChromaDB; Gemini generates only from what was actually retrieved.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“What must happen if a gas leak is detected near hot work?”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33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 gas leak is detected within 10 meters of an active hot work permit, all hot work must be suspended immediately and the zone evacuated until gas levels return to a safe baseline.”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46920" y="2999232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96469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12680" y="29992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cited: test_safety.pdf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FF6F0"/>
          </a:solidFill>
          <a:ln w="12700">
            <a:solidFill>
              <a:srgbClr val="F3D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30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(something not in any ingested document)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096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3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enough information in the ingested compliance documents to answer that.”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46920" y="4114800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964692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12680" y="4114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3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 safety copilot that guesses is worse than no copilot. This one refuses rather than hallucinate a compliance answer.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760720"/>
            <a:ext cx="1074420" cy="411480"/>
          </a:xfrm>
          <a:prstGeom prst="roundRect">
            <a:avLst>
              <a:gd name="adj" fmla="val 48889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6072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61972" y="5760720"/>
            <a:ext cx="1074420" cy="411480"/>
          </a:xfrm>
          <a:prstGeom prst="roundRect">
            <a:avLst>
              <a:gd name="adj" fmla="val 48889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1972" y="5760720"/>
            <a:ext cx="1074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00984" y="5760720"/>
            <a:ext cx="1421892" cy="411480"/>
          </a:xfrm>
          <a:prstGeom prst="roundRect">
            <a:avLst>
              <a:gd name="adj" fmla="val 48889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5760720"/>
            <a:ext cx="14218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87468" y="5760720"/>
            <a:ext cx="987552" cy="411480"/>
          </a:xfrm>
          <a:prstGeom prst="roundRect">
            <a:avLst>
              <a:gd name="adj" fmla="val 48889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7468" y="5760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9612" y="5760720"/>
            <a:ext cx="2724912" cy="411480"/>
          </a:xfrm>
          <a:prstGeom prst="roundRect">
            <a:avLst>
              <a:gd name="adj" fmla="val 48889"/>
            </a:avLst>
          </a:prstGeom>
          <a:solidFill>
            <a:srgbClr val="EEF2FA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9612" y="57607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streaming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1A254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087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150876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2 (async) · Alembic · Pydantic v2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21992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22304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2199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Isolation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22199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Row-Level Security · Redis · MinIO (S3-compatible)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35224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1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352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Orchestration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93522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orchestration · LangChain · Google Gemini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2230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484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64845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store, tenant-isolated per organization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361688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1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616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436168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ONNX Runtime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074920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22304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0749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50749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CSS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788152"/>
            <a:ext cx="10332720" cy="621792"/>
          </a:xfrm>
          <a:prstGeom prst="roundRect">
            <a:avLst>
              <a:gd name="adj" fmla="val 10294"/>
            </a:avLst>
          </a:prstGeom>
          <a:solidFill>
            <a:srgbClr val="1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7881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578815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one container per service, health-checked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Working End-to-End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Live-tested against the real running stack tonight — not mocked, not simulated in the UI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075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Gemini generation, live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2423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token-by-token through the actual SSE endpoint, not a canned response.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916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retrieval + honest refusal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3264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the source document; unanswerable questions are refused, not guessed.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78561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7581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emergency response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4105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risk finding auto-drafts a distinct, LLM-generated incident summary and raises an alert.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2686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5994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9469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both the ORM layer and Postgres Row-Level Security — a second organization sees none of the first's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46811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440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 stack, health-checked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08760" y="5788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Redis, MinIO, ChromaDB, and the API all boot, migrate, and pass health checks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29184" cy="329184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68249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PPE / fire-smoke detection models (currently generic object detection)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304288"/>
            <a:ext cx="329184" cy="329184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494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wired to real historical data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871216"/>
            <a:ext cx="329184" cy="329184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8163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knowledge graph over facility relationships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438144"/>
            <a:ext cx="329184" cy="329184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compliance audit agent over inspection records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10515600" cy="0"/>
          </a:xfrm>
          <a:prstGeom prst="line">
            <a:avLst/>
          </a:prstGeom>
          <a:noFill/>
          <a:ln w="12700">
            <a:solidFill>
              <a:srgbClr val="2A36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 — Industrial Safety Intelligence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2026-07-22T17:34:19Z</dcterms:created>
  <dcterms:modified xsi:type="dcterms:W3CDTF">2026-07-22T17:34:19Z</dcterms:modified>
</cp:coreProperties>
</file>